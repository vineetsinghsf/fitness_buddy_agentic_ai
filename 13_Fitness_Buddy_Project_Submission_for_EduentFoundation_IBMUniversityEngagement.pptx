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693041-AFE3-4258-8876-995FBA503320}" v="14" dt="2026-05-30T17:42:55.910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EET Singh" userId="9da8a32a7cb84375" providerId="LiveId" clId="{C09E1C88-0A98-4109-A4A3-28C69BA81E3C}"/>
    <pc:docChg chg="undo custSel modSld">
      <pc:chgData name="VINEET Singh" userId="9da8a32a7cb84375" providerId="LiveId" clId="{C09E1C88-0A98-4109-A4A3-28C69BA81E3C}" dt="2026-05-31T08:21:45.162" v="1013" actId="20577"/>
      <pc:docMkLst>
        <pc:docMk/>
      </pc:docMkLst>
      <pc:sldChg chg="addSp delSp modSp mod">
        <pc:chgData name="VINEET Singh" userId="9da8a32a7cb84375" providerId="LiveId" clId="{C09E1C88-0A98-4109-A4A3-28C69BA81E3C}" dt="2026-05-30T16:58:49.744" v="555" actId="20577"/>
        <pc:sldMkLst>
          <pc:docMk/>
          <pc:sldMk cId="0" sldId="257"/>
        </pc:sldMkLst>
        <pc:spChg chg="mod">
          <ac:chgData name="VINEET Singh" userId="9da8a32a7cb84375" providerId="LiveId" clId="{C09E1C88-0A98-4109-A4A3-28C69BA81E3C}" dt="2026-05-30T16:30:29.303" v="46" actId="20577"/>
          <ac:spMkLst>
            <pc:docMk/>
            <pc:sldMk cId="0" sldId="257"/>
            <ac:spMk id="4" creationId="{A828B9EF-C084-F5D4-CA27-75AF7D995640}"/>
          </ac:spMkLst>
        </pc:spChg>
        <pc:spChg chg="mod">
          <ac:chgData name="VINEET Singh" userId="9da8a32a7cb84375" providerId="LiveId" clId="{C09E1C88-0A98-4109-A4A3-28C69BA81E3C}" dt="2026-05-30T16:58:49.744" v="555" actId="20577"/>
          <ac:spMkLst>
            <pc:docMk/>
            <pc:sldMk cId="0" sldId="257"/>
            <ac:spMk id="7" creationId="{3D723CA3-EC2D-165A-F109-3759C4E9C8A4}"/>
          </ac:spMkLst>
        </pc:spChg>
        <pc:graphicFrameChg chg="modGraphic">
          <ac:chgData name="VINEET Singh" userId="9da8a32a7cb84375" providerId="LiveId" clId="{C09E1C88-0A98-4109-A4A3-28C69BA81E3C}" dt="2026-05-30T16:35:41.405" v="251" actId="20577"/>
          <ac:graphicFrameMkLst>
            <pc:docMk/>
            <pc:sldMk cId="0" sldId="257"/>
            <ac:graphicFrameMk id="96" creationId="{00000000-0000-0000-0000-000000000000}"/>
          </ac:graphicFrameMkLst>
        </pc:graphicFrameChg>
        <pc:picChg chg="add mod">
          <ac:chgData name="VINEET Singh" userId="9da8a32a7cb84375" providerId="LiveId" clId="{C09E1C88-0A98-4109-A4A3-28C69BA81E3C}" dt="2026-05-30T16:34:43.785" v="178" actId="14100"/>
          <ac:picMkLst>
            <pc:docMk/>
            <pc:sldMk cId="0" sldId="257"/>
            <ac:picMk id="3" creationId="{75C76261-36FB-AC8F-799E-4DDE7E2FEB1F}"/>
          </ac:picMkLst>
        </pc:picChg>
        <pc:picChg chg="del">
          <ac:chgData name="VINEET Singh" userId="9da8a32a7cb84375" providerId="LiveId" clId="{C09E1C88-0A98-4109-A4A3-28C69BA81E3C}" dt="2026-05-30T16:34:32.347" v="174" actId="478"/>
          <ac:picMkLst>
            <pc:docMk/>
            <pc:sldMk cId="0" sldId="257"/>
            <ac:picMk id="98" creationId="{00000000-0000-0000-0000-000000000000}"/>
          </ac:picMkLst>
        </pc:picChg>
      </pc:sldChg>
      <pc:sldChg chg="modSp mod">
        <pc:chgData name="VINEET Singh" userId="9da8a32a7cb84375" providerId="LiveId" clId="{C09E1C88-0A98-4109-A4A3-28C69BA81E3C}" dt="2026-05-30T17:10:11.125" v="676" actId="113"/>
        <pc:sldMkLst>
          <pc:docMk/>
          <pc:sldMk cId="0" sldId="264"/>
        </pc:sldMkLst>
        <pc:spChg chg="mod">
          <ac:chgData name="VINEET Singh" userId="9da8a32a7cb84375" providerId="LiveId" clId="{C09E1C88-0A98-4109-A4A3-28C69BA81E3C}" dt="2026-05-30T17:10:11.125" v="676" actId="113"/>
          <ac:spMkLst>
            <pc:docMk/>
            <pc:sldMk cId="0" sldId="264"/>
            <ac:spMk id="3" creationId="{322462E8-EB3A-DA7D-44CB-4E757803A755}"/>
          </ac:spMkLst>
        </pc:spChg>
      </pc:sldChg>
      <pc:sldChg chg="modSp mod">
        <pc:chgData name="VINEET Singh" userId="9da8a32a7cb84375" providerId="LiveId" clId="{C09E1C88-0A98-4109-A4A3-28C69BA81E3C}" dt="2026-05-30T17:24:41.275" v="929" actId="1076"/>
        <pc:sldMkLst>
          <pc:docMk/>
          <pc:sldMk cId="0" sldId="276"/>
        </pc:sldMkLst>
        <pc:picChg chg="mod">
          <ac:chgData name="VINEET Singh" userId="9da8a32a7cb84375" providerId="LiveId" clId="{C09E1C88-0A98-4109-A4A3-28C69BA81E3C}" dt="2026-05-30T17:24:41.275" v="929" actId="1076"/>
          <ac:picMkLst>
            <pc:docMk/>
            <pc:sldMk cId="0" sldId="276"/>
            <ac:picMk id="310" creationId="{00000000-0000-0000-0000-000000000000}"/>
          </ac:picMkLst>
        </pc:picChg>
      </pc:sldChg>
      <pc:sldChg chg="delSp modSp mod">
        <pc:chgData name="VINEET Singh" userId="9da8a32a7cb84375" providerId="LiveId" clId="{C09E1C88-0A98-4109-A4A3-28C69BA81E3C}" dt="2026-05-30T17:42:55.847" v="976" actId="20577"/>
        <pc:sldMkLst>
          <pc:docMk/>
          <pc:sldMk cId="2115484872" sldId="277"/>
        </pc:sldMkLst>
        <pc:spChg chg="mod">
          <ac:chgData name="VINEET Singh" userId="9da8a32a7cb84375" providerId="LiveId" clId="{C09E1C88-0A98-4109-A4A3-28C69BA81E3C}" dt="2026-05-30T17:42:55.847" v="976" actId="20577"/>
          <ac:spMkLst>
            <pc:docMk/>
            <pc:sldMk cId="2115484872" sldId="277"/>
            <ac:spMk id="279" creationId="{15507A2F-9304-7475-5C74-2BAA93879CFE}"/>
          </ac:spMkLst>
        </pc:spChg>
        <pc:spChg chg="mod">
          <ac:chgData name="VINEET Singh" userId="9da8a32a7cb84375" providerId="LiveId" clId="{C09E1C88-0A98-4109-A4A3-28C69BA81E3C}" dt="2026-05-30T17:41:44.655" v="973" actId="6549"/>
          <ac:spMkLst>
            <pc:docMk/>
            <pc:sldMk cId="2115484872" sldId="277"/>
            <ac:spMk id="280" creationId="{A4423EF4-BB52-2693-03DD-9F7D92D05218}"/>
          </ac:spMkLst>
        </pc:spChg>
        <pc:spChg chg="del">
          <ac:chgData name="VINEET Singh" userId="9da8a32a7cb84375" providerId="LiveId" clId="{C09E1C88-0A98-4109-A4A3-28C69BA81E3C}" dt="2026-05-30T17:41:39.460" v="972" actId="478"/>
          <ac:spMkLst>
            <pc:docMk/>
            <pc:sldMk cId="2115484872" sldId="277"/>
            <ac:spMk id="281" creationId="{FF042814-8077-DBD5-E8B6-E0D870CADB86}"/>
          </ac:spMkLst>
        </pc:spChg>
        <pc:spChg chg="del">
          <ac:chgData name="VINEET Singh" userId="9da8a32a7cb84375" providerId="LiveId" clId="{C09E1C88-0A98-4109-A4A3-28C69BA81E3C}" dt="2026-05-30T17:41:37.040" v="971" actId="478"/>
          <ac:spMkLst>
            <pc:docMk/>
            <pc:sldMk cId="2115484872" sldId="277"/>
            <ac:spMk id="282" creationId="{6A2761AF-8A54-98F2-52C2-794D9BA61C92}"/>
          </ac:spMkLst>
        </pc:spChg>
      </pc:sldChg>
      <pc:sldChg chg="modSp mod">
        <pc:chgData name="VINEET Singh" userId="9da8a32a7cb84375" providerId="LiveId" clId="{C09E1C88-0A98-4109-A4A3-28C69BA81E3C}" dt="2026-05-31T08:21:45.162" v="1013" actId="20577"/>
        <pc:sldMkLst>
          <pc:docMk/>
          <pc:sldMk cId="3764405840" sldId="278"/>
        </pc:sldMkLst>
        <pc:spChg chg="mod">
          <ac:chgData name="VINEET Singh" userId="9da8a32a7cb84375" providerId="LiveId" clId="{C09E1C88-0A98-4109-A4A3-28C69BA81E3C}" dt="2026-05-31T08:21:45.162" v="1013" actId="20577"/>
          <ac:spMkLst>
            <pc:docMk/>
            <pc:sldMk cId="3764405840" sldId="278"/>
            <ac:spMk id="3" creationId="{4A7608B5-9906-EFCF-959A-E89FC2E3EE19}"/>
          </ac:spMkLst>
        </pc:spChg>
      </pc:sldChg>
      <pc:sldChg chg="addSp delSp modSp mod">
        <pc:chgData name="VINEET Singh" userId="9da8a32a7cb84375" providerId="LiveId" clId="{C09E1C88-0A98-4109-A4A3-28C69BA81E3C}" dt="2026-05-31T07:18:28.769" v="979" actId="1076"/>
        <pc:sldMkLst>
          <pc:docMk/>
          <pc:sldMk cId="2772501912" sldId="279"/>
        </pc:sldMkLst>
        <pc:picChg chg="del mod">
          <ac:chgData name="VINEET Singh" userId="9da8a32a7cb84375" providerId="LiveId" clId="{C09E1C88-0A98-4109-A4A3-28C69BA81E3C}" dt="2026-05-31T07:18:00.010" v="977" actId="478"/>
          <ac:picMkLst>
            <pc:docMk/>
            <pc:sldMk cId="2772501912" sldId="279"/>
            <ac:picMk id="3" creationId="{11BF3590-52D3-DC9D-2C84-E66D9597D77D}"/>
          </ac:picMkLst>
        </pc:picChg>
        <pc:picChg chg="add mod">
          <ac:chgData name="VINEET Singh" userId="9da8a32a7cb84375" providerId="LiveId" clId="{C09E1C88-0A98-4109-A4A3-28C69BA81E3C}" dt="2026-05-31T07:18:28.769" v="979" actId="1076"/>
          <ac:picMkLst>
            <pc:docMk/>
            <pc:sldMk cId="2772501912" sldId="279"/>
            <ac:picMk id="5" creationId="{DC25F4BD-F485-7D75-1304-4708253234A5}"/>
          </ac:picMkLst>
        </pc:picChg>
      </pc:sldChg>
      <pc:sldChg chg="modSp mod">
        <pc:chgData name="VINEET Singh" userId="9da8a32a7cb84375" providerId="LiveId" clId="{C09E1C88-0A98-4109-A4A3-28C69BA81E3C}" dt="2026-05-30T17:24:49.475" v="930" actId="20577"/>
        <pc:sldMkLst>
          <pc:docMk/>
          <pc:sldMk cId="2136706720" sldId="280"/>
        </pc:sldMkLst>
        <pc:spChg chg="mod">
          <ac:chgData name="VINEET Singh" userId="9da8a32a7cb84375" providerId="LiveId" clId="{C09E1C88-0A98-4109-A4A3-28C69BA81E3C}" dt="2026-05-30T17:24:49.475" v="930" actId="20577"/>
          <ac:spMkLst>
            <pc:docMk/>
            <pc:sldMk cId="2136706720" sldId="280"/>
            <ac:spMk id="279" creationId="{EAFA16CB-0A72-5AC5-69A0-ABF4A752B43F}"/>
          </ac:spMkLst>
        </pc:spChg>
      </pc:sldChg>
      <pc:sldChg chg="modSp mod">
        <pc:chgData name="VINEET Singh" userId="9da8a32a7cb84375" providerId="LiveId" clId="{C09E1C88-0A98-4109-A4A3-28C69BA81E3C}" dt="2026-05-30T17:05:41.848" v="639" actId="13926"/>
        <pc:sldMkLst>
          <pc:docMk/>
          <pc:sldMk cId="328526394" sldId="281"/>
        </pc:sldMkLst>
        <pc:spChg chg="mod">
          <ac:chgData name="VINEET Singh" userId="9da8a32a7cb84375" providerId="LiveId" clId="{C09E1C88-0A98-4109-A4A3-28C69BA81E3C}" dt="2026-05-30T17:05:41.848" v="639" actId="13926"/>
          <ac:spMkLst>
            <pc:docMk/>
            <pc:sldMk cId="328526394" sldId="281"/>
            <ac:spMk id="2" creationId="{9BB86949-7ED1-C43B-B1E3-5122BB67A596}"/>
          </ac:spMkLst>
        </pc:spChg>
      </pc:sldChg>
      <pc:sldChg chg="modSp mod">
        <pc:chgData name="VINEET Singh" userId="9da8a32a7cb84375" providerId="LiveId" clId="{C09E1C88-0A98-4109-A4A3-28C69BA81E3C}" dt="2026-05-30T17:01:03.917" v="574" actId="255"/>
        <pc:sldMkLst>
          <pc:docMk/>
          <pc:sldMk cId="2952584201" sldId="282"/>
        </pc:sldMkLst>
        <pc:spChg chg="mod">
          <ac:chgData name="VINEET Singh" userId="9da8a32a7cb84375" providerId="LiveId" clId="{C09E1C88-0A98-4109-A4A3-28C69BA81E3C}" dt="2026-05-30T17:01:03.917" v="574" actId="255"/>
          <ac:spMkLst>
            <pc:docMk/>
            <pc:sldMk cId="2952584201" sldId="282"/>
            <ac:spMk id="2" creationId="{C6F6745E-14BA-0766-CE1E-32E29663832D}"/>
          </ac:spMkLst>
        </pc:spChg>
      </pc:sldChg>
      <pc:sldChg chg="modSp mod">
        <pc:chgData name="VINEET Singh" userId="9da8a32a7cb84375" providerId="LiveId" clId="{C09E1C88-0A98-4109-A4A3-28C69BA81E3C}" dt="2026-05-31T08:20:44.979" v="998" actId="20577"/>
        <pc:sldMkLst>
          <pc:docMk/>
          <pc:sldMk cId="4218467252" sldId="284"/>
        </pc:sldMkLst>
        <pc:spChg chg="mod">
          <ac:chgData name="VINEET Singh" userId="9da8a32a7cb84375" providerId="LiveId" clId="{C09E1C88-0A98-4109-A4A3-28C69BA81E3C}" dt="2026-05-31T08:20:44.979" v="998" actId="20577"/>
          <ac:spMkLst>
            <pc:docMk/>
            <pc:sldMk cId="4218467252" sldId="284"/>
            <ac:spMk id="2" creationId="{07CFCB91-EF22-EB8C-5B0D-4D46021F0245}"/>
          </ac:spMkLst>
        </pc:spChg>
      </pc:sldChg>
      <pc:sldChg chg="modSp mod">
        <pc:chgData name="VINEET Singh" userId="9da8a32a7cb84375" providerId="LiveId" clId="{C09E1C88-0A98-4109-A4A3-28C69BA81E3C}" dt="2026-05-30T17:15:56.622" v="810" actId="20577"/>
        <pc:sldMkLst>
          <pc:docMk/>
          <pc:sldMk cId="2290294991" sldId="285"/>
        </pc:sldMkLst>
        <pc:spChg chg="mod">
          <ac:chgData name="VINEET Singh" userId="9da8a32a7cb84375" providerId="LiveId" clId="{C09E1C88-0A98-4109-A4A3-28C69BA81E3C}" dt="2026-05-30T17:15:56.622" v="810" actId="20577"/>
          <ac:spMkLst>
            <pc:docMk/>
            <pc:sldMk cId="2290294991" sldId="285"/>
            <ac:spMk id="2" creationId="{4A1BF701-ABCA-4DF0-8330-B6AF71EF8E39}"/>
          </ac:spMkLst>
        </pc:spChg>
      </pc:sldChg>
      <pc:sldChg chg="modSp mod">
        <pc:chgData name="VINEET Singh" userId="9da8a32a7cb84375" providerId="LiveId" clId="{C09E1C88-0A98-4109-A4A3-28C69BA81E3C}" dt="2026-05-30T17:19:21.906" v="833" actId="255"/>
        <pc:sldMkLst>
          <pc:docMk/>
          <pc:sldMk cId="917964102" sldId="286"/>
        </pc:sldMkLst>
        <pc:spChg chg="mod">
          <ac:chgData name="VINEET Singh" userId="9da8a32a7cb84375" providerId="LiveId" clId="{C09E1C88-0A98-4109-A4A3-28C69BA81E3C}" dt="2026-05-30T17:19:21.906" v="833" actId="255"/>
          <ac:spMkLst>
            <pc:docMk/>
            <pc:sldMk cId="917964102" sldId="286"/>
            <ac:spMk id="3" creationId="{ED65F54F-855A-0DB6-09A6-3212C5F740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neetSinghSF/Fitness_Buddy_Agentic_AI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675771992"/>
              </p:ext>
            </p:extLst>
          </p:nvPr>
        </p:nvGraphicFramePr>
        <p:xfrm>
          <a:off x="1299257" y="2600315"/>
          <a:ext cx="9394989" cy="2959976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7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2929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067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  Vineet Singh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av.brothers2209e@gmail.com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/>
                        <a:t>   9569842479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[Healthcare / Fitness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200" b="1" dirty="0">
                <a:highlight>
                  <a:srgbClr val="FFFF00"/>
                </a:highlight>
              </a:rPr>
              <a:t>Fitness Buddy: AI Powered Personal Fitness Coach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C76261-36FB-AC8F-799E-4DDE7E2FE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1" y="3916219"/>
            <a:ext cx="1967344" cy="1644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No. 13: Fitness Buddy</a:t>
            </a:r>
            <a:endParaRPr lang="en-US" dirty="0"/>
          </a:p>
          <a:p>
            <a:pPr fontAlgn="base"/>
            <a:endParaRPr lang="en-US" b="1" dirty="0"/>
          </a:p>
          <a:p>
            <a:r>
              <a:rPr lang="en-IN" sz="1600" b="1" dirty="0"/>
              <a:t>The Challenge</a:t>
            </a:r>
          </a:p>
          <a:p>
            <a:r>
              <a:rPr lang="en-IN" sz="1600" dirty="0"/>
              <a:t>In today’s fast-paced world, many individuals struggle to maintain a healthy lifestyle due to lack of personalized guidance, time constraints, and inconsistent motivation. Traditional fitness solutions often require expensive subscriptions, in-person consultations, or rigid schedules that do not adapt to personal preferences or daily routines.</a:t>
            </a:r>
          </a:p>
          <a:p>
            <a:endParaRPr lang="en-IN" dirty="0"/>
          </a:p>
          <a:p>
            <a:r>
              <a:rPr lang="en-IN" sz="1600" b="1" dirty="0"/>
              <a:t>Objective</a:t>
            </a:r>
          </a:p>
          <a:p>
            <a:r>
              <a:rPr lang="en-IN" sz="1500" dirty="0"/>
              <a:t>There is a growing need for an accessible, friendly, and intelligent virtual assistant that can provide on-demand fitness advice, healthy lifestyle suggestions, and basic nutrition guidance—all tailored to individual needs and available at any time.</a:t>
            </a:r>
          </a:p>
          <a:p>
            <a:r>
              <a:rPr lang="en-IN" sz="1500" dirty="0"/>
              <a:t>Fitness Buddy aims to solve this problem by offering a conversational AI-powered health and fitness coach that can:</a:t>
            </a:r>
          </a:p>
          <a:p>
            <a:r>
              <a:rPr lang="en-IN" sz="1500" dirty="0"/>
              <a:t>• Recommend home workouts and routines based on user input.</a:t>
            </a:r>
          </a:p>
          <a:p>
            <a:r>
              <a:rPr lang="en-IN" sz="1500" dirty="0"/>
              <a:t>• Provide motivational tips and daily fitness inspiration.</a:t>
            </a:r>
          </a:p>
          <a:p>
            <a:r>
              <a:rPr lang="en-IN" sz="1500" dirty="0"/>
              <a:t>• Suggest simple, nutritious meal ideas.</a:t>
            </a:r>
          </a:p>
          <a:p>
            <a:r>
              <a:rPr lang="en-IN" sz="1500" dirty="0"/>
              <a:t>• Encourage habit-building and consistency.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 (Mandatory)</a:t>
            </a:r>
            <a:r>
              <a:rPr lang="en-IN" dirty="0"/>
              <a:t> </a:t>
            </a:r>
          </a:p>
          <a:p>
            <a:pPr fontAlgn="base"/>
            <a:r>
              <a:rPr lang="en-IN" dirty="0"/>
              <a:t>Use </a:t>
            </a:r>
            <a:r>
              <a:rPr lang="en-IN" b="1" dirty="0"/>
              <a:t>any one</a:t>
            </a:r>
            <a:r>
              <a:rPr lang="en-IN" dirty="0"/>
              <a:t> of the following approaches: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 err="1"/>
              <a:t>LangFlow</a:t>
            </a:r>
            <a:r>
              <a:rPr lang="en-IN" dirty="0"/>
              <a:t> + IBM watsonx.ai +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IBM Cloud Agentic Lab with IBM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Replicate with </a:t>
            </a:r>
            <a:r>
              <a:rPr lang="en-IN" dirty="0" err="1"/>
              <a:t>LangChain</a:t>
            </a:r>
            <a:r>
              <a:rPr lang="en-IN" dirty="0"/>
              <a:t> + RAG + IBM Granite Models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r>
              <a:rPr lang="en-IN" dirty="0"/>
              <a:t>I used </a:t>
            </a:r>
            <a:r>
              <a:rPr lang="en-IN" dirty="0" err="1">
                <a:highlight>
                  <a:srgbClr val="FFFF00"/>
                </a:highlight>
              </a:rPr>
              <a:t>LangFlow</a:t>
            </a:r>
            <a:r>
              <a:rPr lang="en-IN" dirty="0">
                <a:highlight>
                  <a:srgbClr val="FFFF00"/>
                </a:highlight>
              </a:rPr>
              <a:t> + IBM watsonx.ai + Granite Models </a:t>
            </a:r>
          </a:p>
          <a:p>
            <a:pPr fontAlgn="base"/>
            <a:endParaRPr lang="en-IN" dirty="0">
              <a:highlight>
                <a:srgbClr val="FFFF00"/>
              </a:highlight>
            </a:endParaRPr>
          </a:p>
          <a:p>
            <a:r>
              <a:rPr lang="en-IN" b="1" dirty="0"/>
              <a:t>IBM Watsonx.ai</a:t>
            </a:r>
          </a:p>
          <a:p>
            <a:r>
              <a:rPr lang="en-IN" dirty="0"/>
              <a:t>  Used for accessing IBM Granite AI Models.</a:t>
            </a:r>
          </a:p>
          <a:p>
            <a:r>
              <a:rPr lang="en-IN" b="1" dirty="0"/>
              <a:t>IBM Granite Model</a:t>
            </a:r>
          </a:p>
          <a:p>
            <a:r>
              <a:rPr lang="en-IN" dirty="0"/>
              <a:t>  Granite 4-h-small Instruct</a:t>
            </a:r>
          </a:p>
          <a:p>
            <a:r>
              <a:rPr lang="en-IN" b="1" dirty="0" err="1"/>
              <a:t>LangFlow</a:t>
            </a:r>
            <a:endParaRPr lang="en-IN" b="1" dirty="0"/>
          </a:p>
          <a:p>
            <a:r>
              <a:rPr lang="en-IN" dirty="0"/>
              <a:t>  Used to build visual AI workflow.</a:t>
            </a:r>
          </a:p>
          <a:p>
            <a:r>
              <a:rPr lang="en-IN" b="1" dirty="0"/>
              <a:t>Agentic AI</a:t>
            </a:r>
          </a:p>
          <a:p>
            <a:r>
              <a:rPr lang="en-IN" dirty="0"/>
              <a:t>  For intelligent decision making.</a:t>
            </a:r>
          </a:p>
          <a:p>
            <a:pPr fontAlgn="base"/>
            <a:endParaRPr lang="en-IN" dirty="0">
              <a:highlight>
                <a:srgbClr val="FFFF00"/>
              </a:highlight>
            </a:endParaRP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AI-Powered Fitness Buddy</a:t>
            </a:r>
          </a:p>
          <a:p>
            <a:r>
              <a:rPr lang="en-US" dirty="0"/>
              <a:t>The proposed solution is a </a:t>
            </a:r>
            <a:r>
              <a:rPr lang="en-US" b="1" dirty="0"/>
              <a:t>multi-agent AI-powered Nutrition Agent</a:t>
            </a:r>
            <a:r>
              <a:rPr lang="en-US" dirty="0"/>
              <a:t> built using </a:t>
            </a:r>
            <a:r>
              <a:rPr lang="en-US" b="1" dirty="0" err="1"/>
              <a:t>LangFlow</a:t>
            </a:r>
            <a:r>
              <a:rPr lang="en-US" b="1" dirty="0"/>
              <a:t>, IBM watsonx.ai, and Granite Models</a:t>
            </a:r>
            <a:r>
              <a:rPr lang="en-US" dirty="0"/>
              <a:t> to provide personalized, real-time dietary guidance. The system addresses challenges in diet planning, nutrition tracking, and preventive healthcare through an intelligent, modular architecture.</a:t>
            </a:r>
          </a:p>
          <a:p>
            <a:r>
              <a:rPr lang="en-US" dirty="0"/>
              <a:t>At its core, the solution uses a </a:t>
            </a:r>
            <a:r>
              <a:rPr lang="en-US" b="1" dirty="0"/>
              <a:t>Retrieval-Augmented Generation (RAG)</a:t>
            </a:r>
            <a:r>
              <a:rPr lang="en-US" dirty="0"/>
              <a:t> pipeline to fetch accurate nutritional data from trusted sources such as USDA and WHO datasets. This data is embedded and stored in a vector database, enabling the system to retrieve and summarize food nutrition details (calories, macros, vitamins) using Granite models.</a:t>
            </a:r>
          </a:p>
          <a:p>
            <a:endParaRPr lang="en-US" dirty="0"/>
          </a:p>
          <a:p>
            <a:r>
              <a:rPr lang="en-US" dirty="0"/>
              <a:t>The system consists of four key agents:</a:t>
            </a:r>
          </a:p>
          <a:p>
            <a:r>
              <a:rPr lang="en-US" b="1" dirty="0"/>
              <a:t>Nutrition Knowledge Agent</a:t>
            </a:r>
            <a:r>
              <a:rPr lang="en-US" dirty="0"/>
              <a:t> retrieves and summarizes nutritional information using RAG. </a:t>
            </a:r>
          </a:p>
          <a:p>
            <a:r>
              <a:rPr lang="en-US" b="1" dirty="0"/>
              <a:t>Diet Recommendation Agent</a:t>
            </a:r>
            <a:r>
              <a:rPr lang="en-US" dirty="0"/>
              <a:t> generates personalized meal plans based on user inputs such as age, health conditions, dietary preferences, and fitness goals. </a:t>
            </a:r>
          </a:p>
          <a:p>
            <a:r>
              <a:rPr lang="en-US" b="1" dirty="0"/>
              <a:t>Health Advisory Agent</a:t>
            </a:r>
            <a:r>
              <a:rPr lang="en-US" dirty="0"/>
              <a:t> provides preventive health suggestions, including disease-specific diets (e.g., diabetes-friendly or heart-healthy plans). </a:t>
            </a:r>
          </a:p>
          <a:p>
            <a:r>
              <a:rPr lang="en-US" b="1" dirty="0"/>
              <a:t>Food Log &amp; Feedback Agent</a:t>
            </a:r>
            <a:r>
              <a:rPr lang="en-US" dirty="0"/>
              <a:t> allows users to log meals via text, voice, or images and delivers instant nutritional analysis with actionable feedback. </a:t>
            </a:r>
          </a:p>
          <a:p>
            <a:endParaRPr lang="en-US" dirty="0"/>
          </a:p>
          <a:p>
            <a:r>
              <a:rPr lang="en-US" dirty="0"/>
              <a:t>The solution includes a </a:t>
            </a:r>
            <a:r>
              <a:rPr lang="en-US" b="1" dirty="0"/>
              <a:t>user-friendly dashboard</a:t>
            </a:r>
            <a:r>
              <a:rPr lang="en-US" dirty="0"/>
              <a:t> (built with </a:t>
            </a:r>
            <a:r>
              <a:rPr lang="en-US" dirty="0" err="1"/>
              <a:t>Streamlit</a:t>
            </a:r>
            <a:r>
              <a:rPr lang="en-US" dirty="0"/>
              <a:t> or React) that visualizes daily and weekly nutrient intake, highlights deficiencies, and tracks progress toward health goals.</a:t>
            </a:r>
          </a:p>
          <a:p>
            <a:r>
              <a:rPr lang="en-US" dirty="0" err="1"/>
              <a:t>LangFlow</a:t>
            </a:r>
            <a:r>
              <a:rPr lang="en-US" dirty="0"/>
              <a:t> is used to orchestrate agent workflows, while watsonx.ai ensures scalable model deployment, embeddings, and AI governance. Granite models power reasoning, summarization, and personalization.</a:t>
            </a:r>
          </a:p>
          <a:p>
            <a:r>
              <a:rPr lang="en-US" dirty="0"/>
              <a:t>Overall, this solution delivers an </a:t>
            </a:r>
            <a:r>
              <a:rPr lang="en-US" b="1" dirty="0"/>
              <a:t>end-to-end intelligent nutrition assistant</a:t>
            </a:r>
            <a:r>
              <a:rPr lang="en-US" dirty="0"/>
              <a:t> that promotes healthier lifestyles through personalized insights, real-time feedback, and preventive healthcare recommendations.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1) Chat Input -</a:t>
            </a:r>
            <a:r>
              <a:rPr lang="en-US" dirty="0"/>
              <a:t> Interface where users enter their queries, preferences, or meal details (text/voice/image).</a:t>
            </a:r>
          </a:p>
          <a:p>
            <a:endParaRPr lang="en-US" dirty="0"/>
          </a:p>
          <a:p>
            <a:r>
              <a:rPr lang="en-US" b="1" dirty="0"/>
              <a:t>2) IBM </a:t>
            </a:r>
            <a:r>
              <a:rPr lang="en-US" b="1" dirty="0" err="1"/>
              <a:t>watsonx</a:t>
            </a:r>
            <a:r>
              <a:rPr lang="en-US" b="1" dirty="0"/>
              <a:t> AI Agent </a:t>
            </a:r>
            <a:r>
              <a:rPr lang="en-US" dirty="0"/>
              <a:t>- Processes user input using Granite models to generate personalized nutrition insights and recommendations. </a:t>
            </a:r>
          </a:p>
          <a:p>
            <a:endParaRPr lang="en-US" dirty="0"/>
          </a:p>
          <a:p>
            <a:r>
              <a:rPr lang="en-US" b="1" dirty="0"/>
              <a:t>3) Name of IBM Granite model - </a:t>
            </a:r>
            <a:r>
              <a:rPr lang="en-IN" dirty="0"/>
              <a:t>Granite-3.3-8B-Instruct</a:t>
            </a:r>
            <a:r>
              <a:rPr lang="en-US" dirty="0"/>
              <a:t> → Fast, efficient for real-time diet recommendations</a:t>
            </a:r>
          </a:p>
          <a:p>
            <a:endParaRPr lang="en-US" dirty="0"/>
          </a:p>
          <a:p>
            <a:r>
              <a:rPr lang="en-US" b="1" dirty="0"/>
              <a:t>4) Chat output - </a:t>
            </a:r>
            <a:r>
              <a:rPr lang="en-US" dirty="0"/>
              <a:t>Displays AI-generated responses such as diet plans, nutritional analysis, and health suggestions. </a:t>
            </a:r>
          </a:p>
          <a:p>
            <a:endParaRPr lang="en-US" dirty="0"/>
          </a:p>
          <a:p>
            <a:r>
              <a:rPr lang="en-US" b="1" dirty="0"/>
              <a:t>5) File component - </a:t>
            </a:r>
            <a:r>
              <a:rPr lang="en-US" dirty="0"/>
              <a:t>Stores and retrieves user data, meal logs, and nutritional datasets for analysis and tracking.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6) </a:t>
            </a:r>
            <a:r>
              <a:rPr lang="en-US" b="1" dirty="0"/>
              <a:t>Prompt Component </a:t>
            </a:r>
            <a:r>
              <a:rPr lang="en-US" dirty="0"/>
              <a:t>- </a:t>
            </a:r>
            <a:r>
              <a:rPr lang="en-IN" dirty="0"/>
              <a:t>Provides system instructions and defines the Fitness Buddy </a:t>
            </a:r>
            <a:r>
              <a:rPr lang="en-IN" dirty="0" err="1"/>
              <a:t>behavior</a:t>
            </a:r>
            <a:r>
              <a:rPr lang="en-IN" dirty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5F4BD-F485-7D75-1304-470825323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28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152" y="1071448"/>
            <a:ext cx="10429095" cy="56128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Fitness Buddy</a:t>
            </a:r>
          </a:p>
          <a:p>
            <a:endParaRPr lang="en-US" b="1" dirty="0"/>
          </a:p>
          <a:p>
            <a:r>
              <a:rPr lang="en-IN" b="1" dirty="0"/>
              <a:t>Agentic AI </a:t>
            </a:r>
            <a:r>
              <a:rPr lang="en-IN" dirty="0"/>
              <a:t>enables </a:t>
            </a:r>
            <a:r>
              <a:rPr lang="en-IN" b="1" dirty="0"/>
              <a:t>Fitness Buddy</a:t>
            </a:r>
            <a:r>
              <a:rPr lang="en-IN" dirty="0"/>
              <a:t> to function as an intelligent and autonomous fitness coach rather than a basic chatbot. Using </a:t>
            </a:r>
            <a:r>
              <a:rPr lang="en-IN" b="1" dirty="0"/>
              <a:t>IBM watsonx.ai</a:t>
            </a:r>
            <a:r>
              <a:rPr lang="en-IN" dirty="0"/>
              <a:t> and </a:t>
            </a:r>
            <a:r>
              <a:rPr lang="en-IN" b="1" dirty="0"/>
              <a:t>IBM Granite models</a:t>
            </a:r>
            <a:r>
              <a:rPr lang="en-IN" dirty="0"/>
              <a:t>, it coordinates multiple specialized agents to provide personalized fitness support.</a:t>
            </a:r>
          </a:p>
          <a:p>
            <a:r>
              <a:rPr lang="en-IN" dirty="0"/>
              <a:t>Each agent performs a specific role such as workout planning, nutrition guidance, motivation delivery, and progress tracking while collaborating to achieve user fitness goals. This multi-agent architecture improves efficiency and personalization.</a:t>
            </a:r>
          </a:p>
          <a:p>
            <a:r>
              <a:rPr lang="en-IN" b="1" dirty="0"/>
              <a:t>Agentic AI</a:t>
            </a:r>
            <a:r>
              <a:rPr lang="en-IN" dirty="0"/>
              <a:t> provides context awareness by understanding user preferences, fitness levels, health goals, and daily routines. It adapts recommendations based on changing user needs and fitness progress.</a:t>
            </a:r>
          </a:p>
          <a:p>
            <a:r>
              <a:rPr lang="en-IN" dirty="0"/>
              <a:t>Additionally, agents communicate with each other to provide balanced workout, nutrition, and lifestyle suggestions.</a:t>
            </a:r>
          </a:p>
          <a:p>
            <a:r>
              <a:rPr lang="en-IN" dirty="0"/>
              <a:t>Overall, Agentic AI makes the system proactive, personalized, and goal-oriented, acting like a </a:t>
            </a:r>
            <a:r>
              <a:rPr lang="en-IN" b="1" dirty="0"/>
              <a:t>smart digital fitness</a:t>
            </a:r>
            <a:r>
              <a:rPr lang="en-IN" dirty="0"/>
              <a:t> coach available anytime.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LangFlow</a:t>
            </a:r>
            <a:r>
              <a:rPr lang="en-US" sz="1800" b="1" dirty="0"/>
              <a:t> platform </a:t>
            </a:r>
            <a:r>
              <a:rPr lang="en-US" sz="1800" dirty="0"/>
              <a:t>-For designing and orchestrating multi-agent workflows visually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 </a:t>
            </a:r>
            <a:r>
              <a:rPr lang="en-US" sz="1800" dirty="0"/>
              <a:t>- </a:t>
            </a:r>
            <a:r>
              <a:rPr lang="en-IN" sz="1800" dirty="0"/>
              <a:t>Granite-4-h-small-Instruct for natural language understanding, fitness coaching, and personalized recommendations.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Fitness Buddy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Fitness Buddy.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Agentic AI – </a:t>
            </a:r>
            <a:r>
              <a:rPr lang="en-IN" sz="1800" dirty="0"/>
              <a:t>Enables autonomous decision-making and collaboration among multiple specialized fitness agents.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Dashboard Interface- </a:t>
            </a:r>
            <a:r>
              <a:rPr lang="en-IN" sz="1800" dirty="0"/>
              <a:t>Used to display workout plans, goals, and progress tracking.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proposed Fitness Buddy stands out by combining Agentic AI, personalization, and motivational intelligence into a single fitness coaching system.</a:t>
            </a:r>
          </a:p>
          <a:p>
            <a:endParaRPr lang="en-IN" sz="1800" dirty="0"/>
          </a:p>
          <a:p>
            <a:r>
              <a:rPr lang="en-IN" sz="1800" dirty="0"/>
              <a:t>• </a:t>
            </a:r>
            <a:r>
              <a:rPr lang="en-IN" sz="1800" b="1" dirty="0"/>
              <a:t>Multi-Agent Intelligence </a:t>
            </a:r>
            <a:r>
              <a:rPr lang="en-IN" sz="1800" dirty="0"/>
              <a:t>– </a:t>
            </a:r>
            <a:r>
              <a:rPr lang="en-IN" sz="1700" dirty="0"/>
              <a:t>multiple specialized agents collaborate to provide workout, nutrition, and motivation support.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Personalized Fitness Plans </a:t>
            </a:r>
            <a:r>
              <a:rPr lang="en-IN" sz="1800" dirty="0"/>
              <a:t>– </a:t>
            </a:r>
            <a:r>
              <a:rPr lang="en-IN" sz="1700" dirty="0"/>
              <a:t>Tailors workout routines based on fitness goals and user preferences.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Continuous Motivation </a:t>
            </a:r>
            <a:r>
              <a:rPr lang="en-IN" sz="1800" dirty="0"/>
              <a:t>– </a:t>
            </a:r>
            <a:r>
              <a:rPr lang="en-IN" sz="1700" dirty="0"/>
              <a:t>Provides daily fitness inspiration and habit-building reminders.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Real-Time Adaptation – </a:t>
            </a:r>
            <a:r>
              <a:rPr lang="en-IN" sz="1700" dirty="0"/>
              <a:t>Updates recommendations according to user feedback and progress.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Simple Nutrition Guidance – </a:t>
            </a:r>
            <a:r>
              <a:rPr lang="en-IN" sz="1700" dirty="0"/>
              <a:t>Suggests healthy meals and lifestyle improvements.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User-Friendly Interaction – </a:t>
            </a:r>
            <a:r>
              <a:rPr lang="en-IN" sz="1700" dirty="0"/>
              <a:t>Supports natural language conversations.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Scalable &amp; Enterprise Ready – </a:t>
            </a:r>
            <a:r>
              <a:rPr lang="en-IN" sz="1700" dirty="0"/>
              <a:t>Built on IBM watsonx.ai and IBM Granite Models.</a:t>
            </a:r>
          </a:p>
          <a:p>
            <a:endParaRPr lang="en-IN" sz="1800" dirty="0"/>
          </a:p>
          <a:p>
            <a:r>
              <a:rPr lang="en-IN" sz="1700" dirty="0"/>
              <a:t>This makes the solution a smart, adaptive, and proactive digital fitness coach rather than a simple fitness chatbot.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URL –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https://github.com/VineetSinghSF/Fitness_Buddy_Agentic_AI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Wearable Device Integration</a:t>
            </a: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1800" dirty="0"/>
              <a:t>The system can be integrated with fitness trackers and smartwatches to collect real-time health metrics such as steps, calories burned, heart rate, and sleep patterns. This will help Fitness Buddy generate more accurate and personalized recommendations.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Voice Assistant &amp; Multilingual Support 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1800" dirty="0"/>
              <a:t>Future versions can support voice-based interaction and multiple languages. Users will be able to receive fitness guidance and motivation in their preferred language, making the solution more accessible and inclusive.</a:t>
            </a: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184" y="2339771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1277</Words>
  <Application>Microsoft Office PowerPoint</Application>
  <PresentationFormat>Widescreen</PresentationFormat>
  <Paragraphs>135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VINEET Singh</cp:lastModifiedBy>
  <cp:revision>21</cp:revision>
  <dcterms:created xsi:type="dcterms:W3CDTF">2025-07-08T05:06:56Z</dcterms:created>
  <dcterms:modified xsi:type="dcterms:W3CDTF">2026-05-31T08:21:50Z</dcterms:modified>
</cp:coreProperties>
</file>